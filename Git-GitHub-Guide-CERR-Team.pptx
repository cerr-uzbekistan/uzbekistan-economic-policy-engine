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&amp; GitHub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for CERR Team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3716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Uzbekistan Economic Policy Engine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CERR-Uzbekistan  |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Git? What is GitHub?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on YOUR computer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"Ctrl+Z" but for your entire project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snapshots of your work ("commits")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go back to any previous version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on your laptop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3A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206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cloud storage for code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2860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Google Drive but for code projects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on the team sees the same files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who changed what and when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tools for reviewing each other's 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Google Docs: Git = version history, GitHub = the shared document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One-Time Setup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once on your computer, then you're ready forever.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6459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from git-scm.com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"Next" through the installer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548640" cy="548640"/>
          </a:xfrm>
          <a:prstGeom prst="ellipse">
            <a:avLst/>
          </a:prstGeom>
          <a:solidFill>
            <a:srgbClr val="1A3A6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GitHub CLI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27889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from cli.github.com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"Next" through the installer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GitHub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9319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PowerShell, type: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auth login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 the prompts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this, you never need to do these steps again!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follows this path: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2011680"/>
            <a:ext cx="1234440" cy="1645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286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Pull latest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newest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737360" y="2011680"/>
            <a:ext cx="1234440" cy="16459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2286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28346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workspace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71800" y="2286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0" y="2011680"/>
            <a:ext cx="1234440" cy="164592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2286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28346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changes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2286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11680"/>
            <a:ext cx="1234440" cy="16459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2286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28346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97880" y="2286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126480" y="2011680"/>
            <a:ext cx="1234440" cy="164592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2286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Push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26480" y="28346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GitHub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60920" y="2286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589520" y="2011680"/>
            <a:ext cx="1234440" cy="164592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2286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89520" y="28346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review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 is reviewed by the Project Manager, it gets merged into the main code.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1: Clone the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only — downloads the project to your computer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https://github.com/CERR-Uzbekistan/Uzbekistan-Economic-policy-engine.git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Uzbekistan-Economic-policy-engine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 entire project from GitHub to your computer.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folder called "Uzbekistan-Economic-policy-engine".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command moves you into that folder.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do this ONCE. After that, the folder stays on your computer.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2: Pull Latest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EVERY TIME before you start working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any changes your teammates made since you last worked.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your copy of the project up to date.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skip this, you might overwrite someone else's work!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Always pull before starting. Think of it as checking your email before you start the day.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3: Create Your Branch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your own private workspace — your changes don't affect others until you're ready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feature/my-task-name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naming rules: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0972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or models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feature/dsa-model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109728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37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fix/io-decimal-bug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109728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40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i18n/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i18n/pe-model-uzbek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343400"/>
            <a:ext cx="1097280" cy="36576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43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4343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4343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docs/methodology-update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4: Save Your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making changes, save a snapshot ("commit")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PE model Russian translations"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Stage all your changes (prepare them to be saved)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"message"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Save a snapshot with a description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commit messages: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 QPM impulse response horizon selector"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"Fix IO model decimal locale bug"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"Update PE model translations for Russian"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5: Push to GitHub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saved work to GitHub so the team can see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feature/my-task-name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your branch and commits to GitHub.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is now visible to the team, but NOT yet in the main project.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-u the first time you push a new branch. After that, just git push.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pushing, GitHub will show a link to create a Pull Request. Go to the next step!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6: Open a Pull Request (PR)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 asks the PM to review and approve your changes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GitHub repo page in your browser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green "Compare &amp; pull request" button (appears after you push)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51460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title: what you did (e.g. "Add PE model Russian translations")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checklist in the description (it auto-fills from our template)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566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"Create pull request"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@nozimmjon to review and merge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Finding Your Tasks on GitHub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are tracked as GitHub Issues. Here's how to find yours: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353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Issues tab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github.com/CERR-Uzbekistan/Uzbekistan-Economic-policy-engine &gt; Issues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411480" cy="4114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039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label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"Labels" and pick your area (e.g. model:pe, i18n, phase:1)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11480" cy="4114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yourself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issue &gt; click "Assignees" on the right &gt; select your name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411480" cy="4114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4107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 for 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issue number in your branch: feature/issue-6-pe-i18n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411480" cy="4114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096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off tasks as you go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issue and check the [ ] boxes when done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Golden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DC262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push directly to main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a branch and PR. Direct pushes can break the project for everyone.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05740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031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before you start working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git pull origin main before creating a new branch.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632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per task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mix multiple tasks in one branch. Keep it focused.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23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if you're unsure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3434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better to ask than to accidentally break something. Message @nozimmjon.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Reference — Daily Commands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this slide and keep it on your desk!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0" y="1188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822960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002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16002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latest code from team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160020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39112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3911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203911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branch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203911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starting a task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7802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247802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all changes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47802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making changes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16936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1693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"message"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291693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91693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staging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355848"/>
            <a:ext cx="822960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35584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feature/name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335584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GitHub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335584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ready for review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7947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0" y="37947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main branch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3794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 is merged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33672"/>
            <a:ext cx="822960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23367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0" y="423367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merged changes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66560" y="423367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task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Mistakes &amp; Fixes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forgot to pull before starting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640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54864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97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git stash, then git pull origin main, then git stash pop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393192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7452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committed to main by accident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874520"/>
            <a:ext cx="3931920" cy="640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874520"/>
            <a:ext cx="54864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panic! Ask @nozimmjon to help undo 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393192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5176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51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says there's a "merge conflict"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3931920" cy="640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651760"/>
            <a:ext cx="54864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651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@nozimmjon — conflicts are normal, we'll walk through it together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393192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429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know what branch I'm 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429000"/>
            <a:ext cx="3931920" cy="640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3429000"/>
            <a:ext cx="54864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429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git branch (the * marks your current branch)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393192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20624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206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made changes but forgot to commit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4206240"/>
            <a:ext cx="3931920" cy="640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4206240"/>
            <a:ext cx="54864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4206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git status to see what changed, then git add . and git commit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Need Help?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3716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@nozimmjon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github.com/CERR-Uzbekistan/Uzbekistan-Economic-policy-engine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stupid questions.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better to ask than to accidentally break something.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was a beginner once.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Guide for CERR Team</dc:title>
  <dc:subject>PptxGenJS Presentation</dc:subject>
  <dc:creator>Nozimmjon</dc:creator>
  <cp:lastModifiedBy>Nozimmjon</cp:lastModifiedBy>
  <cp:revision>1</cp:revision>
  <dcterms:created xsi:type="dcterms:W3CDTF">2026-04-15T09:27:02Z</dcterms:created>
  <dcterms:modified xsi:type="dcterms:W3CDTF">2026-04-15T09:27:02Z</dcterms:modified>
</cp:coreProperties>
</file>